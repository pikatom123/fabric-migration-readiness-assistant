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prototype and the outcome: a repeatable Fabric migration assessment.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fragmented estate and why ad hoc assessment is slow and inconsistent.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three supported intake routes and the governed assessment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discovery screen captures business context and measurable workload pressure.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Spreadsheet inventory is saved as CSV for browser upload; PDF uses Copilot or CLI; manual entry is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engine maps workloads and explains blockers, optimisation actions, and open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summary is customer-ready and includes directional inputs for the SKU Estimator, not a capacity quote.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impact and the path from hackathon prototype to a validated engagement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-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inpu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discov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inven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assess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