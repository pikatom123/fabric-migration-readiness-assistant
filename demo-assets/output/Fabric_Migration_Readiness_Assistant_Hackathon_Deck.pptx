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engagement outcome: help a CSA start the right migration conversation before architecture and sizing decisions are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the initial conversation is difficult: fragmented workloads, premature sizing, and redesign needs that surface too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primary user and collaborators: the CSA leads, customer leaders set outcomes, technical teams confirm facts, and sponsors consume the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how the assistant supports the engagement before, during, and after the customer conversation while keeping unknowns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the assessment goes beyond mapping: it tests blockers, required design changes, optimisation opportunities, and capacity pressure.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customer-ready output and reinforce that SKU data is directional estimator input, not a capacity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the solution as a maintained skill with versioned deterministic rules, current Microsoft Learn evidence, specialist skills, and engagement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value to the CSA, customer, delivery team, and Fabric conversation; ask to pilot it on real customer estates.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inp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dis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assess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